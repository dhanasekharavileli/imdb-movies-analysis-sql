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6" r:id="rId1"/>
  </p:sldMasterIdLst>
  <p:sldIdLst>
    <p:sldId id="256" r:id="rId2"/>
    <p:sldId id="271" r:id="rId3"/>
    <p:sldId id="272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9" r:id="rId16"/>
    <p:sldId id="268" r:id="rId17"/>
    <p:sldId id="270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D3C2D-1CC4-4762-A0A0-DA885878E579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C3FAA-1889-411D-907F-5CC090C35B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2938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D3C2D-1CC4-4762-A0A0-DA885878E579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C3FAA-1889-411D-907F-5CC090C35B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818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D3C2D-1CC4-4762-A0A0-DA885878E579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C3FAA-1889-411D-907F-5CC090C35B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5536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D3C2D-1CC4-4762-A0A0-DA885878E579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C3FAA-1889-411D-907F-5CC090C35B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4415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D3C2D-1CC4-4762-A0A0-DA885878E579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C3FAA-1889-411D-907F-5CC090C35B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5977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D3C2D-1CC4-4762-A0A0-DA885878E579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C3FAA-1889-411D-907F-5CC090C35B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1316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D3C2D-1CC4-4762-A0A0-DA885878E579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C3FAA-1889-411D-907F-5CC090C35B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807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D3C2D-1CC4-4762-A0A0-DA885878E579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C3FAA-1889-411D-907F-5CC090C35B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9961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D3C2D-1CC4-4762-A0A0-DA885878E579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C3FAA-1889-411D-907F-5CC090C35B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914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D3C2D-1CC4-4762-A0A0-DA885878E579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C3FAA-1889-411D-907F-5CC090C35B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395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D3C2D-1CC4-4762-A0A0-DA885878E579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C3FAA-1889-411D-907F-5CC090C35BAF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198039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D3C2D-1CC4-4762-A0A0-DA885878E579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C3FAA-1889-411D-907F-5CC090C35B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77917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D3C2D-1CC4-4762-A0A0-DA885878E579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C3FAA-1889-411D-907F-5CC090C35BAF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792074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D3C2D-1CC4-4762-A0A0-DA885878E579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C3FAA-1889-411D-907F-5CC090C35B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6358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D3C2D-1CC4-4762-A0A0-DA885878E579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C3FAA-1889-411D-907F-5CC090C35B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69309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D3C2D-1CC4-4762-A0A0-DA885878E579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C3FAA-1889-411D-907F-5CC090C35B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2726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3D3C2D-1CC4-4762-A0A0-DA885878E579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E7C3FAA-1889-411D-907F-5CC090C35B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6452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  <p:sldLayoutId id="2147483818" r:id="rId12"/>
    <p:sldLayoutId id="2147483819" r:id="rId13"/>
    <p:sldLayoutId id="2147483820" r:id="rId14"/>
    <p:sldLayoutId id="2147483821" r:id="rId15"/>
    <p:sldLayoutId id="214748382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1182B-AE14-FF53-E57B-CE318111B8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704" y="143955"/>
            <a:ext cx="9144000" cy="962469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DATAMITES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132666-ED25-7FA9-28ED-0512E5CACA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621" y="1344168"/>
            <a:ext cx="11597950" cy="5513832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 : IMDB Movies Analysis</a:t>
            </a:r>
          </a:p>
          <a:p>
            <a:pPr algn="ctr"/>
            <a:r>
              <a:rPr lang="en-IN" b="1" dirty="0"/>
              <a:t> </a:t>
            </a:r>
            <a:endParaRPr lang="en-IN" dirty="0"/>
          </a:p>
          <a:p>
            <a:pPr algn="ctr"/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ID: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PRDA – 02</a:t>
            </a:r>
          </a:p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</a:p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Presented By:   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Paiaavula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karthik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 ID:</a:t>
            </a:r>
          </a:p>
          <a:p>
            <a:pPr algn="ctr"/>
            <a:r>
              <a:rPr lang="en-IN" b="1" dirty="0"/>
              <a:t>k</a:t>
            </a:r>
            <a:r>
              <a:rPr lang="en-IN" b="1" dirty="0">
                <a:solidFill>
                  <a:schemeClr val="tx1"/>
                </a:solidFill>
              </a:rPr>
              <a:t>arthik.edu67@gmail.com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0545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055D0-408C-A03D-124C-F02544B2F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C3A56-CB6E-027B-26ED-E44E9CD65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31405"/>
            <a:ext cx="8596668" cy="3880773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Analyzed IMDB Movies data using SQL.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insights related to popularity, revenue, and ratings.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director-wise analysis using joins and aggregations.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practical understanding of SQL queries and data analysis.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9040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70704-A446-E161-8CB7-248CFD812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Database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780A2-C940-A6FD-8359-96328E611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Name: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project_movie_database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Tables Used:</a:t>
            </a:r>
          </a:p>
          <a:p>
            <a:pPr lvl="1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movies</a:t>
            </a:r>
          </a:p>
          <a:p>
            <a:pPr lvl="1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directors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stored in structured relational format</a:t>
            </a:r>
          </a:p>
        </p:txBody>
      </p:sp>
    </p:spTree>
    <p:extLst>
      <p:ext uri="{BB962C8B-B14F-4D97-AF65-F5344CB8AC3E}">
        <p14:creationId xmlns:p14="http://schemas.microsoft.com/office/powerpoint/2010/main" val="1892102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E5D87-11BF-CFB0-4430-FC67F4A06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182" y="198120"/>
            <a:ext cx="8596668" cy="1320800"/>
          </a:xfrm>
        </p:spPr>
        <p:txBody>
          <a:bodyPr/>
          <a:lstStyle/>
          <a:p>
            <a:r>
              <a:rPr lang="en-US" dirty="0"/>
              <a:t> Get all data about movies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444F2-9936-9C92-149C-733A696C5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182" y="956057"/>
            <a:ext cx="8596668" cy="1009903"/>
          </a:xfrm>
        </p:spPr>
        <p:txBody>
          <a:bodyPr/>
          <a:lstStyle/>
          <a:p>
            <a:r>
              <a:rPr lang="en-US" sz="2400" dirty="0"/>
              <a:t>SQL Query:</a:t>
            </a:r>
          </a:p>
          <a:p>
            <a:r>
              <a:rPr lang="en-US" sz="2400" dirty="0"/>
              <a:t>SELECT * FROM movies;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646D03F-D695-7F7A-63F8-99D9A917E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302" y="2139696"/>
            <a:ext cx="11155680" cy="4520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626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1B9F4-B718-AE7F-7D26-9F9AEBFD8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190" y="0"/>
            <a:ext cx="8596668" cy="957515"/>
          </a:xfrm>
        </p:spPr>
        <p:txBody>
          <a:bodyPr/>
          <a:lstStyle/>
          <a:p>
            <a:r>
              <a:rPr lang="en-US" dirty="0"/>
              <a:t>Get all data about directors</a:t>
            </a:r>
            <a:endParaRPr lang="en-IN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AAAE83D-4E08-2629-B810-3E920B93B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190" y="828834"/>
            <a:ext cx="8596668" cy="957515"/>
          </a:xfrm>
        </p:spPr>
        <p:txBody>
          <a:bodyPr/>
          <a:lstStyle/>
          <a:p>
            <a:r>
              <a:rPr lang="en-US" b="1" dirty="0"/>
              <a:t>SQL Query:</a:t>
            </a:r>
          </a:p>
          <a:p>
            <a:r>
              <a:rPr lang="en-IN" b="1" dirty="0"/>
              <a:t>select * from directors;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FF38D7D-C8AA-6A17-D6C2-75782B93A6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" r="19958" b="20412"/>
          <a:stretch>
            <a:fillRect/>
          </a:stretch>
        </p:blipFill>
        <p:spPr>
          <a:xfrm>
            <a:off x="708384" y="1786349"/>
            <a:ext cx="9046632" cy="484305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85599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28DBE-2643-E374-2600-D49EB5F95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09728"/>
            <a:ext cx="8596668" cy="832104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how many movies are in IMDB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56E49DD-7A91-2A8A-910F-EDA93E5C51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9768" y="1810512"/>
            <a:ext cx="10341863" cy="49377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7C0FDAD-E84B-A4ED-355E-D8B8ED4A5620}"/>
              </a:ext>
            </a:extLst>
          </p:cNvPr>
          <p:cNvSpPr txBox="1"/>
          <p:nvPr/>
        </p:nvSpPr>
        <p:spPr>
          <a:xfrm>
            <a:off x="677334" y="908148"/>
            <a:ext cx="60990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Query: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COUNT(*) FROM movies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8669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EB7D-6B2F-E86C-7C89-178D9392E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115" y="156238"/>
            <a:ext cx="10484003" cy="1320800"/>
          </a:xfrm>
        </p:spPr>
        <p:txBody>
          <a:bodyPr/>
          <a:lstStyle/>
          <a:p>
            <a:r>
              <a:rPr lang="en-US" dirty="0"/>
              <a:t>Find these directors: James Cameron, Luc Besson, John Woo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F6238-0B6E-64A9-DF9E-6F69D2903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383" y="1321603"/>
            <a:ext cx="8596668" cy="1119939"/>
          </a:xfrm>
        </p:spPr>
        <p:txBody>
          <a:bodyPr/>
          <a:lstStyle/>
          <a:p>
            <a:r>
              <a:rPr lang="en-US" b="1" dirty="0"/>
              <a:t>SQL Query:</a:t>
            </a:r>
          </a:p>
          <a:p>
            <a:pPr marL="0" indent="0">
              <a:buNone/>
            </a:pPr>
            <a:r>
              <a:rPr lang="en-US" b="1" dirty="0"/>
              <a:t>SELECT * FROM directors WHERE name IN ('James Cameron', 'Luc Besson', 'John Woo');</a:t>
            </a:r>
          </a:p>
          <a:p>
            <a:endParaRPr lang="en-IN" b="1" dirty="0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E0E0940-C60A-D938-98F0-771D5EA05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358" y="2562009"/>
            <a:ext cx="11209283" cy="413975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629111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149A9-BD84-7C12-F938-8A1F54B57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639" y="210776"/>
            <a:ext cx="10201198" cy="816746"/>
          </a:xfrm>
        </p:spPr>
        <p:txBody>
          <a:bodyPr/>
          <a:lstStyle/>
          <a:p>
            <a:r>
              <a:rPr lang="en-US" dirty="0"/>
              <a:t>Find all directors with name starting with 'S'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861BF-5E4A-0401-361F-085BD4E91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639" y="1027522"/>
            <a:ext cx="8596668" cy="921976"/>
          </a:xfrm>
        </p:spPr>
        <p:txBody>
          <a:bodyPr/>
          <a:lstStyle/>
          <a:p>
            <a:r>
              <a:rPr lang="en-US" b="1" dirty="0"/>
              <a:t>SQL Query:</a:t>
            </a:r>
          </a:p>
          <a:p>
            <a:r>
              <a:rPr lang="en-US" b="1" dirty="0"/>
              <a:t>SELECT * FROM directors WHERE name LIKE 'S%';</a:t>
            </a:r>
          </a:p>
          <a:p>
            <a:endParaRPr lang="en-IN" b="1" dirty="0"/>
          </a:p>
        </p:txBody>
      </p:sp>
      <p:pic>
        <p:nvPicPr>
          <p:cNvPr id="5" name="Picture 4" descr="A screenshot of a computer">
            <a:extLst>
              <a:ext uri="{FF2B5EF4-FFF2-40B4-BE49-F238E27FC236}">
                <a16:creationId xmlns:a16="http://schemas.microsoft.com/office/drawing/2014/main" id="{4B3715EB-3754-2FF0-434B-130BFFFB5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640" y="1949498"/>
            <a:ext cx="10201198" cy="484675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5557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A658E-C37D-6747-2BA6-4517AA2C5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493" y="157114"/>
            <a:ext cx="8596668" cy="644165"/>
          </a:xfrm>
        </p:spPr>
        <p:txBody>
          <a:bodyPr/>
          <a:lstStyle/>
          <a:p>
            <a:r>
              <a:rPr lang="en-IN" dirty="0"/>
              <a:t>Count female directors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20AF068-64AB-374F-30EC-DEA805699F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862" y="2215298"/>
            <a:ext cx="10360925" cy="44023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15F8588-D15D-7AF2-91F8-FB7CD7C88B6F}"/>
              </a:ext>
            </a:extLst>
          </p:cNvPr>
          <p:cNvSpPr txBox="1">
            <a:spLocks/>
          </p:cNvSpPr>
          <p:nvPr/>
        </p:nvSpPr>
        <p:spPr>
          <a:xfrm>
            <a:off x="573639" y="1027522"/>
            <a:ext cx="8596668" cy="9219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SQL Query:</a:t>
            </a:r>
            <a:endParaRPr lang="en-IN" b="1" dirty="0"/>
          </a:p>
          <a:p>
            <a:r>
              <a:rPr lang="en-IN" b="1" dirty="0"/>
              <a:t>SELECT COUNT(*) FROM directors WHERE gender = 'Female';</a:t>
            </a:r>
            <a:endParaRPr lang="en-US" b="1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96376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3319D-5E67-A816-11B9-B6DCC2BFD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94821"/>
            <a:ext cx="8596668" cy="749710"/>
          </a:xfrm>
        </p:spPr>
        <p:txBody>
          <a:bodyPr/>
          <a:lstStyle/>
          <a:p>
            <a:r>
              <a:rPr lang="en-US" dirty="0"/>
              <a:t>Find the 10th first woman director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3A9D4-4BF8-358E-7BD7-68EFA6B73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123640"/>
            <a:ext cx="8596668" cy="1320801"/>
          </a:xfrm>
        </p:spPr>
        <p:txBody>
          <a:bodyPr/>
          <a:lstStyle/>
          <a:p>
            <a:r>
              <a:rPr lang="en-US" b="1" dirty="0"/>
              <a:t>SQL Query:</a:t>
            </a:r>
          </a:p>
          <a:p>
            <a:r>
              <a:rPr lang="en-US" b="1" dirty="0"/>
              <a:t>SELECT name FROM directors </a:t>
            </a:r>
          </a:p>
          <a:p>
            <a:pPr marL="0" indent="0">
              <a:buNone/>
            </a:pPr>
            <a:r>
              <a:rPr lang="en-US" b="1" dirty="0"/>
              <a:t>WHERE gender = 'Female' ORDER BY </a:t>
            </a:r>
            <a:r>
              <a:rPr lang="en-US" b="1" dirty="0" err="1"/>
              <a:t>birth_date</a:t>
            </a:r>
            <a:r>
              <a:rPr lang="en-US" b="1" dirty="0"/>
              <a:t> LIMIT 1 OFFSET 9;</a:t>
            </a:r>
          </a:p>
          <a:p>
            <a:endParaRPr lang="en-IN" b="1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3A7C533-B199-567B-D23D-0DE9C6034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938" y="2623551"/>
            <a:ext cx="11038788" cy="3737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92043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02243-0A55-E64F-BB42-FB2CDB318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63046"/>
            <a:ext cx="8596668" cy="653592"/>
          </a:xfrm>
        </p:spPr>
        <p:txBody>
          <a:bodyPr/>
          <a:lstStyle/>
          <a:p>
            <a:r>
              <a:rPr lang="en-US" dirty="0"/>
              <a:t>Top 3 most popular movies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8C9AC-7DCA-0B7B-342C-72DD93A6F4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001093"/>
            <a:ext cx="8596668" cy="987964"/>
          </a:xfrm>
        </p:spPr>
        <p:txBody>
          <a:bodyPr/>
          <a:lstStyle/>
          <a:p>
            <a:r>
              <a:rPr lang="en-US" b="1" dirty="0"/>
              <a:t>SQL Query:</a:t>
            </a:r>
          </a:p>
          <a:p>
            <a:r>
              <a:rPr lang="en-US" b="1" dirty="0"/>
              <a:t>SELECT title FROM movies ORDER BY popularity DESC LIMIT 3;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63252B2-5ACC-968E-803E-1975EC067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06" y="1989056"/>
            <a:ext cx="10831399" cy="470589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9194035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C4239-0FF9-53FA-CFA4-153B8518A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25339"/>
            <a:ext cx="8596668" cy="691299"/>
          </a:xfrm>
        </p:spPr>
        <p:txBody>
          <a:bodyPr/>
          <a:lstStyle/>
          <a:p>
            <a:r>
              <a:rPr lang="en-US" dirty="0"/>
              <a:t>Top 3 most bankable movies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FC223-DD5D-D5F3-C79C-1837807ED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935104"/>
            <a:ext cx="8596668" cy="931403"/>
          </a:xfrm>
        </p:spPr>
        <p:txBody>
          <a:bodyPr/>
          <a:lstStyle/>
          <a:p>
            <a:r>
              <a:rPr lang="en-US" b="1" dirty="0"/>
              <a:t>SQL Query:</a:t>
            </a:r>
          </a:p>
          <a:p>
            <a:r>
              <a:rPr lang="en-US" b="1" dirty="0"/>
              <a:t>SELECT title FROM movies ORDER BY revenue DESC LIMIT 3;</a:t>
            </a:r>
          </a:p>
          <a:p>
            <a:endParaRPr lang="en-IN" b="1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D766418-952B-4CE3-9BE5-52CD65678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98" y="1866508"/>
            <a:ext cx="10823587" cy="451582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986304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35F8F-C84B-48AC-4CAD-AF8CE5814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70093"/>
            <a:ext cx="8596668" cy="646545"/>
          </a:xfrm>
        </p:spPr>
        <p:txBody>
          <a:bodyPr/>
          <a:lstStyle/>
          <a:p>
            <a:r>
              <a:rPr lang="en-US" dirty="0"/>
              <a:t>Most awarded movie since Jan 1, 2000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02D3E-0E8E-A93A-E615-E9E1F7D0E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932152"/>
            <a:ext cx="8596668" cy="1268411"/>
          </a:xfrm>
        </p:spPr>
        <p:txBody>
          <a:bodyPr/>
          <a:lstStyle/>
          <a:p>
            <a:r>
              <a:rPr lang="en-US" b="1" dirty="0"/>
              <a:t>SQL Query:</a:t>
            </a:r>
          </a:p>
          <a:p>
            <a:r>
              <a:rPr lang="en-US" b="1" dirty="0"/>
              <a:t>SELECT title FROM movies </a:t>
            </a:r>
          </a:p>
          <a:p>
            <a:pPr marL="0" indent="0">
              <a:buNone/>
            </a:pPr>
            <a:r>
              <a:rPr lang="en-US" b="1" dirty="0"/>
              <a:t>WHERE </a:t>
            </a:r>
            <a:r>
              <a:rPr lang="en-US" b="1" dirty="0" err="1"/>
              <a:t>release_date</a:t>
            </a:r>
            <a:r>
              <a:rPr lang="en-US" b="1" dirty="0"/>
              <a:t> &gt;= '2000-01-01' ORDER BY 'awards' DESC LIMIT 1;</a:t>
            </a:r>
          </a:p>
          <a:p>
            <a:endParaRPr lang="en-US" b="1" dirty="0"/>
          </a:p>
          <a:p>
            <a:endParaRPr lang="en-IN" b="1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46B6A36-6413-ABF3-B177-C94742404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316077"/>
            <a:ext cx="11089793" cy="437183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338608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9040D-03C8-3F6F-6DFE-9B9C5BA4E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0"/>
            <a:ext cx="8596668" cy="711200"/>
          </a:xfrm>
        </p:spPr>
        <p:txBody>
          <a:bodyPr/>
          <a:lstStyle/>
          <a:p>
            <a:r>
              <a:rPr lang="en-US" dirty="0"/>
              <a:t>Movies directed by Brenda Chapman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5F10B-ADA9-4804-4397-12279A0CA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711200"/>
            <a:ext cx="8596668" cy="1044429"/>
          </a:xfrm>
        </p:spPr>
        <p:txBody>
          <a:bodyPr/>
          <a:lstStyle/>
          <a:p>
            <a:r>
              <a:rPr lang="en-IN" b="1" dirty="0"/>
              <a:t>SQL Query:</a:t>
            </a:r>
          </a:p>
          <a:p>
            <a:pPr marL="0" indent="0">
              <a:buNone/>
            </a:pPr>
            <a:r>
              <a:rPr lang="en-IN" b="1" dirty="0"/>
              <a:t>SELECT </a:t>
            </a:r>
            <a:r>
              <a:rPr lang="en-IN" b="1" dirty="0" err="1"/>
              <a:t>m.original_title</a:t>
            </a:r>
            <a:r>
              <a:rPr lang="en-IN" b="1" dirty="0"/>
              <a:t> FROM movies m JOIN directors d  ON </a:t>
            </a:r>
            <a:r>
              <a:rPr lang="en-IN" b="1" dirty="0" err="1"/>
              <a:t>m.director_id</a:t>
            </a:r>
            <a:r>
              <a:rPr lang="en-IN" b="1" dirty="0"/>
              <a:t> = d.id WHERE d.name = 'Brenda Chapman';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C0D6045-DA60-7305-00E0-752F802F2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958109"/>
            <a:ext cx="10905066" cy="469207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134057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82EB5-E874-EAE8-418D-3D5DDF585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66254"/>
            <a:ext cx="8596668" cy="646546"/>
          </a:xfrm>
        </p:spPr>
        <p:txBody>
          <a:bodyPr/>
          <a:lstStyle/>
          <a:p>
            <a:r>
              <a:rPr lang="en-US" dirty="0"/>
              <a:t>Director who made the most movies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EF08E-5B9A-B0F0-48C9-BFBD43FC9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844047"/>
            <a:ext cx="8596668" cy="1155266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SQL Query:</a:t>
            </a:r>
          </a:p>
          <a:p>
            <a:pPr marL="0" indent="0">
              <a:buNone/>
            </a:pPr>
            <a:r>
              <a:rPr lang="en-IN" b="1" dirty="0"/>
              <a:t>SELECT </a:t>
            </a:r>
            <a:r>
              <a:rPr lang="en-US" b="1" dirty="0"/>
              <a:t>'</a:t>
            </a:r>
            <a:r>
              <a:rPr lang="en-IN" b="1" dirty="0"/>
              <a:t>director</a:t>
            </a:r>
            <a:r>
              <a:rPr lang="en-US" b="1" dirty="0"/>
              <a:t>'</a:t>
            </a:r>
            <a:r>
              <a:rPr lang="en-IN" b="1" dirty="0"/>
              <a:t>,COUNT(*)as </a:t>
            </a:r>
            <a:r>
              <a:rPr lang="en-IN" b="1" dirty="0" err="1"/>
              <a:t>movie_count</a:t>
            </a:r>
            <a:r>
              <a:rPr lang="en-IN" b="1" dirty="0"/>
              <a:t> FROM movies GROUP BY </a:t>
            </a:r>
            <a:r>
              <a:rPr lang="en-US" b="1" dirty="0"/>
              <a:t>'</a:t>
            </a:r>
            <a:r>
              <a:rPr lang="en-IN" b="1" dirty="0"/>
              <a:t>director</a:t>
            </a:r>
            <a:r>
              <a:rPr lang="en-US" b="1" dirty="0"/>
              <a:t>'</a:t>
            </a:r>
            <a:r>
              <a:rPr lang="en-IN" b="1" dirty="0"/>
              <a:t> </a:t>
            </a:r>
          </a:p>
          <a:p>
            <a:pPr marL="0" indent="0">
              <a:buNone/>
            </a:pPr>
            <a:r>
              <a:rPr lang="en-IN" b="1" dirty="0"/>
              <a:t>ORDER BY </a:t>
            </a:r>
            <a:r>
              <a:rPr lang="en-IN" b="1" dirty="0" err="1"/>
              <a:t>movie_count</a:t>
            </a:r>
            <a:r>
              <a:rPr lang="en-IN" b="1" dirty="0"/>
              <a:t> DESC LIMIT 1;</a:t>
            </a:r>
          </a:p>
          <a:p>
            <a:endParaRPr lang="en-IN" b="1"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88366B1-3753-7133-C0DA-890E3916F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869" y="2127380"/>
            <a:ext cx="10795519" cy="431074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5227969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115B4-6C6E-6EEC-B597-76C67A90C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0"/>
            <a:ext cx="8596668" cy="625151"/>
          </a:xfrm>
        </p:spPr>
        <p:txBody>
          <a:bodyPr>
            <a:normAutofit fontScale="90000"/>
          </a:bodyPr>
          <a:lstStyle/>
          <a:p>
            <a:r>
              <a:rPr lang="en-IN" dirty="0"/>
              <a:t>Most bankable director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4800E-9BFC-DA77-E3BE-EAA56284E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742336"/>
            <a:ext cx="10547393" cy="2196807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SQL Query:</a:t>
            </a:r>
          </a:p>
          <a:p>
            <a:r>
              <a:rPr lang="en-US" b="1" dirty="0"/>
              <a:t>SELECT d.name, SUM(</a:t>
            </a:r>
            <a:r>
              <a:rPr lang="en-US" b="1" dirty="0" err="1"/>
              <a:t>m.revenue</a:t>
            </a:r>
            <a:r>
              <a:rPr lang="en-US" b="1" dirty="0"/>
              <a:t>) AS </a:t>
            </a:r>
            <a:r>
              <a:rPr lang="en-US" b="1" dirty="0" err="1"/>
              <a:t>total_revenue</a:t>
            </a:r>
            <a:endParaRPr lang="en-US" b="1" dirty="0"/>
          </a:p>
          <a:p>
            <a:r>
              <a:rPr lang="en-US" b="1" dirty="0"/>
              <a:t>FROM movies m</a:t>
            </a:r>
          </a:p>
          <a:p>
            <a:r>
              <a:rPr lang="en-US" b="1" dirty="0"/>
              <a:t>JOIN directors d</a:t>
            </a:r>
          </a:p>
          <a:p>
            <a:r>
              <a:rPr lang="en-US" b="1" dirty="0"/>
              <a:t>  ON </a:t>
            </a:r>
            <a:r>
              <a:rPr lang="en-US" b="1" dirty="0" err="1"/>
              <a:t>m.director_id</a:t>
            </a:r>
            <a:r>
              <a:rPr lang="en-US" b="1" dirty="0"/>
              <a:t> = d.id</a:t>
            </a:r>
          </a:p>
          <a:p>
            <a:r>
              <a:rPr lang="en-US" b="1" dirty="0"/>
              <a:t>GROUP BY d.name</a:t>
            </a:r>
          </a:p>
          <a:p>
            <a:r>
              <a:rPr lang="en-US" b="1" dirty="0"/>
              <a:t>ORDER BY </a:t>
            </a:r>
            <a:r>
              <a:rPr lang="en-US" b="1" dirty="0" err="1"/>
              <a:t>total_revenue</a:t>
            </a:r>
            <a:r>
              <a:rPr lang="en-US" b="1" dirty="0"/>
              <a:t> DESC</a:t>
            </a:r>
          </a:p>
          <a:p>
            <a:r>
              <a:rPr lang="en-US" b="1" dirty="0"/>
              <a:t>LIMIT 1;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FB22292-6852-EA34-69DC-7A5F79DDC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3" y="2939143"/>
            <a:ext cx="11087030" cy="373874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818208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C17B8-CD49-283B-FE93-77665BE40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098" y="2576945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IN" sz="6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4947990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340</TotalTime>
  <Words>425</Words>
  <Application>Microsoft Office PowerPoint</Application>
  <PresentationFormat>Widescreen</PresentationFormat>
  <Paragraphs>69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Times New Roman</vt:lpstr>
      <vt:lpstr>Trebuchet MS</vt:lpstr>
      <vt:lpstr>Wingdings 3</vt:lpstr>
      <vt:lpstr>Facet</vt:lpstr>
      <vt:lpstr>DATAMITES</vt:lpstr>
      <vt:lpstr>Project Description</vt:lpstr>
      <vt:lpstr>Database Details</vt:lpstr>
      <vt:lpstr> Get all data about movies</vt:lpstr>
      <vt:lpstr>Get all data about directors</vt:lpstr>
      <vt:lpstr>Check how many movies are in IMDB</vt:lpstr>
      <vt:lpstr>Find these directors: James Cameron, Luc Besson, John Woo</vt:lpstr>
      <vt:lpstr>Find all directors with name starting with 'S'</vt:lpstr>
      <vt:lpstr>Count female directors</vt:lpstr>
      <vt:lpstr>Find the 10th first woman director</vt:lpstr>
      <vt:lpstr>Top 3 most popular movies</vt:lpstr>
      <vt:lpstr>Top 3 most bankable movies</vt:lpstr>
      <vt:lpstr>Most awarded movie since Jan 1, 2000</vt:lpstr>
      <vt:lpstr>Movies directed by Brenda Chapman</vt:lpstr>
      <vt:lpstr>Director who made the most movies</vt:lpstr>
      <vt:lpstr>Most bankable director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Karthik chowdary</dc:creator>
  <cp:lastModifiedBy>Karthik chowdary</cp:lastModifiedBy>
  <cp:revision>1</cp:revision>
  <dcterms:created xsi:type="dcterms:W3CDTF">2025-12-31T06:01:14Z</dcterms:created>
  <dcterms:modified xsi:type="dcterms:W3CDTF">2025-12-31T11:41:17Z</dcterms:modified>
</cp:coreProperties>
</file>